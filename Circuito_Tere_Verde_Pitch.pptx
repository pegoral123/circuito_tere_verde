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85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 projeto, equipe e orientador. Destacar que é um MVP completo com frontend e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cada membro e suas responsabilidades. Jhonathan fez o backend, Carlos o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problema: não existe plataforma centralizada de ecoturismo para Teresópolis. Informações fragmentadas prejudicam turistas e moradores.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perfis principais: o visitante/morador que consome informação, e o administrador que gerencia o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Detalhar os 6 pilares do sistema. Destacar que o visitante não precisa de login. A parte admin é protegida. A API tem documentação no Swagger.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stack. Destacar que TypeScript no frontend garante tipagem segura. O backend usa Django REST Framework com autenticação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projeto rodando ao vivo. QR code leva direto para o frontend em produção. Mostrar o admin e o Swagger também.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atenção e ao professor. Resumir: entregamos um MVP full-stack funcional em produção, focado em ecoturismo, open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2C5F2D">
              <a:alpha val="45000"/>
            </a:srgbClr>
          </a:solidFill>
          <a:ln w="12700">
            <a:solidFill>
              <a:srgbClr val="2C5F2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589520" y="-457200"/>
            <a:ext cx="2011680" cy="2011680"/>
          </a:xfrm>
          <a:prstGeom prst="ellipse">
            <a:avLst/>
          </a:prstGeom>
          <a:solidFill>
            <a:srgbClr val="4A8C3F">
              <a:alpha val="55000"/>
            </a:srgbClr>
          </a:solidFill>
          <a:ln w="12700">
            <a:solidFill>
              <a:srgbClr val="4A8C3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Circuito Terê Verde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D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Ecoturismo para Teresópolis - RJ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2743200" cy="45720"/>
          </a:xfrm>
          <a:prstGeom prst="rect">
            <a:avLst/>
          </a:prstGeom>
          <a:solidFill>
            <a:srgbClr val="6DB56A"/>
          </a:solidFill>
          <a:ln w="12700">
            <a:solidFill>
              <a:srgbClr val="6DB5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Jhonathan Pegoral &amp; Carlos Henrique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Rodrigo Braga  | 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97764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6DB56A"/>
          </a:solidFill>
          <a:ln w="12700">
            <a:solidFill>
              <a:srgbClr val="6DB5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7200" y="3977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2E"/>
                </a:solidFill>
              </a:rPr>
              <a:t>MVP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20240" y="4005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 ·  React + Django  ·  PWA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 da Equipe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108960" cy="32918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FF0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63040" y="1417320"/>
            <a:ext cx="914400" cy="914400"/>
          </a:xfrm>
          <a:prstGeom prst="ellipse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Rodrigo Braga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8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· Responsável pelo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 do MVP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1234440"/>
            <a:ext cx="3108960" cy="32918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FF0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914400" cy="914400"/>
          </a:xfrm>
          <a:prstGeom prst="ellipse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44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Jhonathan Pegoral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8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70332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Python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675120" y="1234440"/>
            <a:ext cx="3108960" cy="32918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FF0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7772400" y="1417320"/>
            <a:ext cx="914400" cy="914400"/>
          </a:xfrm>
          <a:prstGeom prst="ellipse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5544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Carlos Henrique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67512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8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81228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React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PWA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Fatec / Unifeso  ·  Análise e Desenvolvimento de Sistemas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Cenário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D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Circuito Terê Verde existe?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731520" cy="731520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Destino rico, acesso difícil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971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Teresópolis abriga o PARNASO, Três Picos e mais — mas informações sobre parques e trilhas estão espalhadas e desatualizadas.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731520" cy="731520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Turistas sem orientação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2971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e turistas não têm uma plataforma centralizada com parques, trilhas, horários e alertas de condições.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41732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223760" y="1554480"/>
            <a:ext cx="731520" cy="731520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459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sustentável inexplorado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2971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ecoturismo gera renda local e preserva a natureza, mas depende de informação organizada e acessível.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Público-Alvo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EDF4EB"/>
          </a:solidFill>
          <a:ln w="12700">
            <a:solidFill>
              <a:srgbClr val="DFF0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508760" y="1280160"/>
            <a:ext cx="1645920" cy="1645920"/>
          </a:xfrm>
          <a:prstGeom prst="ellipse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463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🌿 Visitantes &amp; Moradores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Turistas que buscam ecoturismo em Teresópolis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locais interessados nos parques e trilhas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planejando visitas à natureza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Entusiastas de trilhas e atividades ao ar livre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114300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EDF4EB"/>
          </a:solidFill>
          <a:ln w="12700">
            <a:solidFill>
              <a:srgbClr val="DFF0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989320" y="1280160"/>
            <a:ext cx="1645920" cy="1645920"/>
          </a:xfrm>
          <a:prstGeom prst="ellipse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 Administradores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35204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de parques e unidades de conservação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de turismo e meio ambiente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Guias e operadores de ecoturismo locais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Responsáveis por publicar alertas e novidades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Sistema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D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Visitante (público)  ·  Módulo Administrativo  ·  API RESTful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C5F2D">
              <a:alpha val="65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75488" y="1463040"/>
            <a:ext cx="713232" cy="713232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527048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Parques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801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parques e trilhas detalhadas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46320" y="1325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C5F2D">
              <a:alpha val="65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956048" y="1463040"/>
            <a:ext cx="713232" cy="713232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527048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06440" y="1801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eventos futuros com data e local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2496312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C5F2D">
              <a:alpha val="65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475488" y="2633472"/>
            <a:ext cx="713232" cy="713232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2697480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587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Novidades &amp; Alertas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fechadas, condições e atualizações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46320" y="2496312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C5F2D">
              <a:alpha val="65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4956048" y="2633472"/>
            <a:ext cx="713232" cy="713232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2697480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2587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Administrativo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80644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seguro + CRUD completo via Django Admin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5760" y="3666744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C5F2D">
              <a:alpha val="65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75488" y="3803904"/>
            <a:ext cx="713232" cy="713232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3867912"/>
            <a:ext cx="585216" cy="5852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758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RESTful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25880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otimizados com Swagger embutido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846320" y="3666744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C5F2D">
              <a:alpha val="65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4956048" y="3803904"/>
            <a:ext cx="713232" cy="713232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056" y="3867912"/>
            <a:ext cx="585216" cy="5852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06440" y="3758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PWA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806440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Instalável em qualquer dispositivo mobile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EDF4EB"/>
          </a:solidFill>
          <a:ln w="12700">
            <a:solidFill>
              <a:srgbClr val="DFF0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TypeScript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3113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2037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(Build tool)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715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526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227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– instalável no mobile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6732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739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(Auth/DB client)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846320" y="109728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EDF4EB"/>
          </a:solidFill>
          <a:ln w="12700">
            <a:solidFill>
              <a:srgbClr val="DFF0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0"/>
          <p:cNvSpPr/>
          <p:nvPr/>
        </p:nvSpPr>
        <p:spPr>
          <a:xfrm>
            <a:off x="493776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19072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9496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31136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94960" y="22037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REST Framework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43200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94960" y="2715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 (ORM)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55264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94960" y="3227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67328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94960" y="3739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(OpenAPI docs)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no repositório: TypeScript 75% · Python 22% · JavaScript 2% · Outros 1%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em Produção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D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agora — escaneie o QR Code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017520" y="1234440"/>
            <a:ext cx="31089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371600"/>
            <a:ext cx="283464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37160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8132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84048" y="182880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projeto-mvp-mobile.vercel.app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355080" y="137160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81328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86600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19088" y="182880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...onrender.com/admin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20040" y="260604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15768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2679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384048" y="306324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Pegoral123 / Circuito_Tere_Verde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6355080" y="260604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715768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86600" y="2679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Docs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419088" y="306324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...onrender.com/swagger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Escaneie o QR Code para acessar o projeto em produção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2C5F2D">
              <a:alpha val="45000"/>
            </a:srgbClr>
          </a:solidFill>
          <a:ln w="12700">
            <a:solidFill>
              <a:srgbClr val="2C5F2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4A8C3F">
              <a:alpha val="40000"/>
            </a:srgbClr>
          </a:solidFill>
          <a:ln w="12700">
            <a:solidFill>
              <a:srgbClr val="4A8C3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Considerações Finais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530352" cy="530352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093976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0299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completo com backend, frontend e API em produção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816352"/>
            <a:ext cx="530352" cy="530352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289864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8346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 o ecoturismo e conecta Teresópolis ao mundo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57200" y="3621024"/>
            <a:ext cx="530352" cy="530352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370332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aberto no GitHub — evolução contínua possível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57200" y="4480560"/>
            <a:ext cx="8229600" cy="36576"/>
          </a:xfrm>
          <a:prstGeom prst="rect">
            <a:avLst/>
          </a:prstGeom>
          <a:solidFill>
            <a:srgbClr val="4A8C3F">
              <a:alpha val="50000"/>
            </a:srgbClr>
          </a:solidFill>
          <a:ln w="12700">
            <a:solidFill>
              <a:srgbClr val="4A8C3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· github.com/Pegoral123/Circuito_Tere_Verde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623</Words>
  <Application>Microsoft Office PowerPoint</Application>
  <PresentationFormat>Apresentação na tela (16:9)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 Terê Verde – Pitch MVP</dc:title>
  <dc:subject>PptxGenJS Presentation</dc:subject>
  <dc:creator>Jhonathan Pegoral &amp; Carlos Henrique</dc:creator>
  <cp:lastModifiedBy>Jonathan da Silva Pegoral</cp:lastModifiedBy>
  <cp:revision>2</cp:revision>
  <dcterms:created xsi:type="dcterms:W3CDTF">2026-06-23T01:58:22Z</dcterms:created>
  <dcterms:modified xsi:type="dcterms:W3CDTF">2026-06-23T02:03:14Z</dcterms:modified>
</cp:coreProperties>
</file>